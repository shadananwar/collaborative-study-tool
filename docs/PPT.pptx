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2A9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Tool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collaborative study room app — clean, minimal, and built to ship.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5204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520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5204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520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35204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520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5204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520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minimal dependencies, no over-engineering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508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32688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2084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WebSocket native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37160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727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508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721608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21608" y="2084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dev, easy upgrade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0" y="137160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727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0528" y="1508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510528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(PyJWT)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10528" y="2084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stateless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80720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807208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0837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32688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Tailwind + JS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2688" y="3520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needed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54680" y="280720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54680" y="2807208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08376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21608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721608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WebSockets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721608" y="3520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no extra service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943600" y="280720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943600" y="2807208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008376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10528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510528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/uploads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510528" y="3520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needed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— clean and minimal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713232"/>
          </a:xfrm>
          <a:prstGeom prst="rect">
            <a:avLst/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username, email, hashed_password, created_at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713232"/>
          </a:xfrm>
          <a:prstGeom prst="rect">
            <a:avLst/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10912" y="1645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description, owner_id, created_at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3931920" cy="713232"/>
          </a:xfrm>
          <a:prstGeom prst="rect">
            <a:avLst/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031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94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RoomMembers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2468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room_id, user_id, role (admin/member)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3931920" cy="713232"/>
          </a:xfrm>
          <a:prstGeom prst="rect">
            <a:avLst/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1031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194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10912" y="2468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room_id, title, status, assigned_to, created_by, created_at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3931920" cy="713232"/>
          </a:xfrm>
          <a:prstGeom prst="rect">
            <a:avLst/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2608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0175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" y="32918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room_id, user_id, content, created_at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3931920" cy="713232"/>
          </a:xfrm>
          <a:prstGeom prst="rect">
            <a:avLst/>
          </a:prstGeom>
          <a:solidFill>
            <a:srgbClr val="24326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92608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0175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32918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room_id, uploaded_by, filename, filepath, created_at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691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572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048256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48256"/>
            <a:ext cx="4572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48256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 → JWT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84832" y="1005840"/>
            <a:ext cx="1691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84832" y="1389888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1389888"/>
            <a:ext cx="457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389888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/api/rooms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84832" y="2048256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84832" y="2048256"/>
            <a:ext cx="457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048256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/api/rooms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84832" y="2706624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84832" y="2706624"/>
            <a:ext cx="457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706624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/api/rooms/{id}/join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84832" y="3364992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84832" y="3364992"/>
            <a:ext cx="457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3364992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/api/rooms/{id}/members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9624" y="1005840"/>
            <a:ext cx="16916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9624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9624" y="1389888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9624" y="1389888"/>
            <a:ext cx="4572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1389888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/api/rooms/{id}/tasks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9624" y="2048256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9624" y="2048256"/>
            <a:ext cx="4572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2048256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/api/rooms/{id}/tasks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9624" y="2706624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9624" y="2706624"/>
            <a:ext cx="4572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41064" y="2706624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/api/tasks/{id}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9624" y="3364992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9624" y="3364992"/>
            <a:ext cx="4572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1064" y="3364992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/api/tasks/{id}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14416" y="1005840"/>
            <a:ext cx="16916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14416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14416" y="1389888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14416" y="1389888"/>
            <a:ext cx="45720" cy="60350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05856" y="1389888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/api/rooms/{id}/files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14416" y="2048256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14416" y="2048256"/>
            <a:ext cx="45720" cy="60350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05856" y="2048256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/api/rooms/{id}/files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14416" y="2706624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614416" y="2706624"/>
            <a:ext cx="45720" cy="60350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05856" y="2706624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/api/files/{id}/download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79208" y="1005840"/>
            <a:ext cx="16916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79208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379208" y="1389888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379208" y="1389888"/>
            <a:ext cx="45720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0648" y="1389888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/ws/{room_id}?token=...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79208" y="2048256"/>
            <a:ext cx="1691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379208" y="2048256"/>
            <a:ext cx="45720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70648" y="2048256"/>
            <a:ext cx="1581912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+ live task updates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3 Screens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React. No build step. Just HTML + Tailwind + Vanilla JS.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337560"/>
          </a:xfrm>
          <a:prstGeom prst="rect">
            <a:avLst/>
          </a:prstGeom>
          <a:solidFill>
            <a:srgbClr val="24326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9903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2377440" cy="18288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04288"/>
            <a:ext cx="5486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0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card layout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5486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52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fields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28416"/>
            <a:ext cx="5486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64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in localStorage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651760" cy="3337560"/>
          </a:xfrm>
          <a:prstGeom prst="rect">
            <a:avLst/>
          </a:prstGeom>
          <a:solidFill>
            <a:srgbClr val="24326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3990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04488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04488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dashboard.html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057400"/>
            <a:ext cx="2377440" cy="18288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304288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240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sidebar: My Rooms 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816352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752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Asana-style room cards grid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328416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264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 / Join Room buttons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840480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7764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stats strip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1234440"/>
            <a:ext cx="2651760" cy="3337560"/>
          </a:xfrm>
          <a:prstGeom prst="rect">
            <a:avLst/>
          </a:prstGeom>
          <a:solidFill>
            <a:srgbClr val="243268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399032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room.html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057400"/>
            <a:ext cx="2377440" cy="18288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2304288"/>
            <a:ext cx="5486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240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Members + file uploads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2816352"/>
            <a:ext cx="5486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752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Kanban board (drag &amp; drop)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328416"/>
            <a:ext cx="5486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264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Real-time chat panel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840480"/>
            <a:ext cx="5486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7764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updates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Message Protocol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WS connection per room — handles chat AND task updates, no pub/sub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9776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34440"/>
            <a:ext cx="3831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 ·  client → server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67335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"chat",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"Hello!"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234440"/>
            <a:ext cx="3977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234440"/>
            <a:ext cx="3831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Move  ·  client → server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6008" y="167335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"task_update",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"task_id": 5, "status": "done"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08960"/>
            <a:ext cx="39776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08960"/>
            <a:ext cx="3831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Broadcast  ·  server → room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54787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"chat", "user": "Ryan",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"Hello!", "time": "..." 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310896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3108960"/>
            <a:ext cx="39776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3108960"/>
            <a:ext cx="3831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Broadcast  ·  server → room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6008" y="354787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"task_update",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"task_id": 5, "moved_by": "Ryan"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Phases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88920" y="1097280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88920" y="1097280"/>
            <a:ext cx="2194560" cy="39319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88136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105156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models, DB, auth endpoints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051560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673352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673352"/>
            <a:ext cx="2194560" cy="39319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6420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162763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rooms + tasks REST APIs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1627632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2249424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249424"/>
            <a:ext cx="3599078" cy="393192"/>
          </a:xfrm>
          <a:prstGeom prst="rect">
            <a:avLst/>
          </a:prstGeom>
          <a:solidFill>
            <a:srgbClr val="02A9BD">
              <a:alpha val="80000"/>
            </a:srgbClr>
          </a:solidFill>
          <a:ln w="12700">
            <a:solidFill>
              <a:srgbClr val="02A9BD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2203704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manager + file upload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20370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2825496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825496"/>
            <a:ext cx="2194560" cy="39319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1635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2779776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Login + Dashboard 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2779776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3401568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3401568"/>
            <a:ext cx="3599078" cy="393192"/>
          </a:xfrm>
          <a:prstGeom prst="rect">
            <a:avLst/>
          </a:prstGeom>
          <a:solidFill>
            <a:srgbClr val="02A9BD">
              <a:alpha val="80000"/>
            </a:srgbClr>
          </a:solidFill>
          <a:ln w="12700">
            <a:solidFill>
              <a:srgbClr val="02A9BD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392424"/>
            <a:ext cx="411480" cy="411480"/>
          </a:xfrm>
          <a:prstGeom prst="ellipse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" y="335584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Kanban + drag-and-drop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335584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88920" y="3977640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88920" y="3977640"/>
            <a:ext cx="3599078" cy="393192"/>
          </a:xfrm>
          <a:prstGeom prst="rect">
            <a:avLst/>
          </a:prstGeom>
          <a:solidFill>
            <a:srgbClr val="02A9BD">
              <a:alpha val="80000"/>
            </a:srgbClr>
          </a:solidFill>
          <a:ln w="12700">
            <a:solidFill>
              <a:srgbClr val="02A9BD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968496"/>
            <a:ext cx="411480" cy="411480"/>
          </a:xfrm>
          <a:prstGeom prst="ellipse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0976" y="393192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Chat + WS client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3931920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88920" y="4553712"/>
            <a:ext cx="4389120" cy="393192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8920" y="4553712"/>
            <a:ext cx="2194560" cy="39319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54456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44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50976" y="450799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everything together + test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507992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9728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is enough — no build toolchain needed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100584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100584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09728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0872" y="1389888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of the box; swap to Postgres with one env var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30552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2199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WS per Room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2514600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chat + task updates — no pub/sub system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130552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2130552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22199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90872" y="2514600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S3/cloud complexity; files saved to /uploads folder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55264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34670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via CDN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3639312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npm, no bundler — just a script tag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3255264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3255264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34670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90872" y="3639312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native, built-in WebSocket support, fast to develop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43268"/>
          </a:solidFill>
          <a:ln w="12700">
            <a:solidFill>
              <a:srgbClr val="2432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37160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B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Docker. No complex setup.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AB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Python + a browser.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029200" cy="512064"/>
          </a:xfrm>
          <a:prstGeom prst="rect">
            <a:avLst/>
          </a:prstGeom>
          <a:solidFill>
            <a:srgbClr val="24326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1226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5029200" cy="512064"/>
          </a:xfrm>
          <a:prstGeom prst="rect">
            <a:avLst/>
          </a:prstGeom>
          <a:solidFill>
            <a:srgbClr val="24326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6148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72491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  # set DATABASE_URL + SECRET_KEY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5029200" cy="512064"/>
          </a:xfrm>
          <a:prstGeom prst="rect">
            <a:avLst/>
          </a:prstGeom>
          <a:solidFill>
            <a:srgbClr val="24326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74136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backend.main:app --reload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5029200" cy="512064"/>
          </a:xfrm>
          <a:prstGeom prst="rect">
            <a:avLst/>
          </a:prstGeom>
          <a:solidFill>
            <a:srgbClr val="24326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8678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86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9502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frontend/index.html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"start Phase 1" to begin!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Study Tool</dc:title>
  <dc:subject>PptxGenJS Presentation</dc:subject>
  <dc:creator>PptxGenJS</dc:creator>
  <cp:lastModifiedBy>PptxGenJS</cp:lastModifiedBy>
  <cp:revision>1</cp:revision>
  <dcterms:created xsi:type="dcterms:W3CDTF">2026-04-17T08:36:34Z</dcterms:created>
  <dcterms:modified xsi:type="dcterms:W3CDTF">2026-04-17T08:36:34Z</dcterms:modified>
</cp:coreProperties>
</file>